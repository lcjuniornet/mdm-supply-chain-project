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1 Completa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MDM Analytics — Projeto Supply Chain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3200400" cy="0"/>
          </a:xfrm>
          <a:prstGeom prst="line">
            <a:avLst/>
          </a:prstGeom>
          <a:noFill/>
          <a:ln w="25400">
            <a:solidFill>
              <a:srgbClr val="1ABC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889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Dias Concluídos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7889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3.300 Materiais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7889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R$ 18,2M Identificados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700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de Fevereiro de 2026  ·  Projeto MDM Analytics  ·  14,3% Concluído (7/49 dias)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MDM Analytics  ·  Checkpoint Semana 1  ·  Projeto Master Data Owner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321040" y="49103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🗓️  Progresso — Semana 1 (Dias 1–7)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executado e entregue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8595360" cy="0"/>
          </a:xfrm>
          <a:prstGeom prst="line">
            <a:avLst/>
          </a:prstGeom>
          <a:noFill/>
          <a:ln w="15240">
            <a:solidFill>
              <a:srgbClr val="2E86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143000"/>
            <a:ext cx="548640" cy="384048"/>
          </a:xfrm>
          <a:prstGeom prst="roundRect">
            <a:avLst>
              <a:gd name="adj" fmla="val 16667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1430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60120" y="1143000"/>
            <a:ext cx="7955280" cy="384048"/>
          </a:xfrm>
          <a:prstGeom prst="rect">
            <a:avLst/>
          </a:prstGeom>
          <a:solidFill>
            <a:srgbClr val="0D1F30"/>
          </a:solidFill>
          <a:ln w="1016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15214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do Ambiente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133502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Jupyter · estrutura de pastas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223760" y="118872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CONCLUÍDO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1682496"/>
            <a:ext cx="548640" cy="384048"/>
          </a:xfrm>
          <a:prstGeom prst="roundRect">
            <a:avLst>
              <a:gd name="adj" fmla="val 16667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68249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60120" y="1682496"/>
            <a:ext cx="7955280" cy="384048"/>
          </a:xfrm>
          <a:prstGeom prst="rect">
            <a:avLst/>
          </a:prstGeom>
          <a:solidFill>
            <a:srgbClr val="0D1F30"/>
          </a:solidFill>
          <a:ln w="10160">
            <a:solidFill>
              <a:srgbClr val="1ABC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16916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dos Dados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187452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3.300 materiais · 3 tabelas CSV completas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223760" y="172821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CONCLUÍDO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221992"/>
            <a:ext cx="548640" cy="384048"/>
          </a:xfrm>
          <a:prstGeom prst="roundRect">
            <a:avLst>
              <a:gd name="adj" fmla="val 16667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22199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60120" y="2221992"/>
            <a:ext cx="7955280" cy="384048"/>
          </a:xfrm>
          <a:prstGeom prst="rect">
            <a:avLst/>
          </a:prstGeom>
          <a:solidFill>
            <a:srgbClr val="0D1F30"/>
          </a:solidFill>
          <a:ln w="10160">
            <a:solidFill>
              <a:srgbClr val="1ABC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223113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Duplicatas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2414016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R$ 18,2M identificados · 525 grupos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23760" y="226771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CONCLUÍDO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2761488"/>
            <a:ext cx="548640" cy="384048"/>
          </a:xfrm>
          <a:prstGeom prst="roundRect">
            <a:avLst>
              <a:gd name="adj" fmla="val 16667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76148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60120" y="2761488"/>
            <a:ext cx="7955280" cy="384048"/>
          </a:xfrm>
          <a:prstGeom prst="rect">
            <a:avLst/>
          </a:prstGeom>
          <a:solidFill>
            <a:srgbClr val="0D1F30"/>
          </a:solidFill>
          <a:ln w="10160">
            <a:solidFill>
              <a:srgbClr val="1ABC9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277063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Completude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51560" y="295351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médio 83,5% · 1.236 violações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223760" y="280720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CONCLUÍDO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300984"/>
            <a:ext cx="548640" cy="384048"/>
          </a:xfrm>
          <a:prstGeom prst="roundRect">
            <a:avLst>
              <a:gd name="adj" fmla="val 16667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300984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5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60120" y="3300984"/>
            <a:ext cx="7955280" cy="384048"/>
          </a:xfrm>
          <a:prstGeom prst="rect">
            <a:avLst/>
          </a:prstGeom>
          <a:solidFill>
            <a:srgbClr val="0D1F30"/>
          </a:solidFill>
          <a:ln w="10160">
            <a:solidFill>
              <a:srgbClr val="1ABC9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331012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Exploratória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51560" y="349300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seções · 10 gráficos · Curva ABC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223760" y="334670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CONCLUÍDO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3840480"/>
            <a:ext cx="548640" cy="384048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8404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6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60120" y="3840480"/>
            <a:ext cx="7955280" cy="384048"/>
          </a:xfrm>
          <a:prstGeom prst="rect">
            <a:avLst/>
          </a:prstGeom>
          <a:solidFill>
            <a:srgbClr val="0D1F30"/>
          </a:solidFill>
          <a:ln w="10160">
            <a:solidFill>
              <a:srgbClr val="F39C1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1560" y="384962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Excel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51560" y="40325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MDM · 4 abas · 3 gráficos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223760" y="388620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CONCLUÍDO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4379976"/>
            <a:ext cx="548640" cy="384048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37997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7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60120" y="4379976"/>
            <a:ext cx="7955280" cy="384048"/>
          </a:xfrm>
          <a:prstGeom prst="rect">
            <a:avLst/>
          </a:prstGeom>
          <a:solidFill>
            <a:srgbClr val="0D1F30"/>
          </a:solidFill>
          <a:ln w="10160">
            <a:solidFill>
              <a:srgbClr val="2E86C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51560" y="43891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Semana 1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51560" y="457200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· Consolidação · Planejamento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223760" y="442569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CONCLUÍDO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MDM Analytics  ·  Checkpoint Semana 1  ·  Projeto Master Data Owner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321040" y="49103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KPIs da Base de Dados Analisada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com dados reais do projeto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8595360" cy="0"/>
          </a:xfrm>
          <a:prstGeom prst="line">
            <a:avLst/>
          </a:prstGeom>
          <a:noFill/>
          <a:ln w="15240">
            <a:solidFill>
              <a:srgbClr val="2E86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0972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32337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0700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0040" y="1837944"/>
            <a:ext cx="1874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Materiais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1671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categorias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377440" y="10972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32337"/>
          </a:solidFill>
          <a:ln w="19050">
            <a:solidFill>
              <a:srgbClr val="1ABC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20700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R$ 1,83B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423160" y="1837944"/>
            <a:ext cx="1874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em Estoque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23160" y="21671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do cadastro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80560" y="10972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32337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20700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R$ 220,58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26280" y="1837944"/>
            <a:ext cx="1874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 Medio Unitario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21671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material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583680" y="10972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32337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20700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8.321.714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629400" y="1837944"/>
            <a:ext cx="1874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em Estoque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29400" y="21671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almoxarifado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265176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32337"/>
          </a:solidFill>
          <a:ln w="19050">
            <a:solidFill>
              <a:srgbClr val="1ABC9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76148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2.454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20040" y="3392424"/>
            <a:ext cx="1874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Materiais Ativos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" y="37216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74,4% do total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377440" y="265176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32337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76148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438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423160" y="3392424"/>
            <a:ext cx="1874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Materiais Bloqueados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37216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13,3% do total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480560" y="265176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32337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276148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408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526280" y="3392424"/>
            <a:ext cx="1874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Materiais Inativos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26280" y="37216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12,4% do total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0" y="265176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32337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276148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623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629400" y="3392424"/>
            <a:ext cx="1874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NCM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29400" y="372160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18,9% sem preencher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MDM Analytics  ·  Checkpoint Semana 1  ·  Projeto Master Data Owner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321040" y="49103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Dia 3 — Analise de Duplicatas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impacto financeiro identificado no projeto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8595360" cy="0"/>
          </a:xfrm>
          <a:prstGeom prst="line">
            <a:avLst/>
          </a:prstGeom>
          <a:noFill/>
          <a:ln w="15240">
            <a:solidFill>
              <a:srgbClr val="2E86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097280"/>
            <a:ext cx="8595360" cy="960120"/>
          </a:xfrm>
          <a:prstGeom prst="roundRect">
            <a:avLst>
              <a:gd name="adj" fmla="val 11429"/>
            </a:avLst>
          </a:prstGeom>
          <a:solidFill>
            <a:srgbClr val="1A0A0A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1704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R$ 18.205.944 / ano em economia potencial identificada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15727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525 grupos de duplicatas  ·  95,5% do cadastro com alguma duplicata  ·  Payback 2 meses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132337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40280"/>
            <a:ext cx="2743200" cy="32918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258568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Rolamento Aluminio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2651760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codigos diferentes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R$ 35,7M em estoque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Economia: ~R$ 700k/ano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54680" y="224028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132337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2240280"/>
            <a:ext cx="2743200" cy="32918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2258568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95,5% do Cadastro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4408" y="2651760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3.151 materiais duplicados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525 descricoes repetidas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 149 itens unicos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224028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132337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2240280"/>
            <a:ext cx="2743200" cy="32918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2258568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Categoria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44768" y="2651760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Embalagem: 245 dups (7,78%)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Escritorio: 244 (7,74%)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Lubrificante: 239 (7,58%)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MDM Analytics  ·  Checkpoint Semana 1  ·  Projeto Master Data Owner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321040" y="49103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Dias 4 e 5 — Completude &amp; Analise Exploratoria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dos campos e insights avancados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8595360" cy="0"/>
          </a:xfrm>
          <a:prstGeom prst="line">
            <a:avLst/>
          </a:prstGeom>
          <a:noFill/>
          <a:ln w="15240">
            <a:solidFill>
              <a:srgbClr val="2E86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051560"/>
            <a:ext cx="4114800" cy="320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078992"/>
            <a:ext cx="4023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4 — COMPLETUDE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463040"/>
            <a:ext cx="411480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1016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5179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Medio Geral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97480" y="151790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83,5%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965960"/>
            <a:ext cx="411480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1016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02082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A (completos)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697480" y="202082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30,2% - 997 materiais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468880"/>
            <a:ext cx="411480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1016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52374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Violacoes obrigatorias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97480" y="25237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1.236 violacoes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411480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1016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2666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Materiais campo vazio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97480" y="302666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1.116 (33,8%)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474720"/>
            <a:ext cx="411480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1016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52958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anual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97480" y="352958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R$ 2,5M/ano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977640"/>
            <a:ext cx="411480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1016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0325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critico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697480" y="403250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unidade_med (75,5%)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1051560"/>
            <a:ext cx="4114800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078992"/>
            <a:ext cx="4023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5 — ANALISE EXPLORATORIA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1463040"/>
            <a:ext cx="411480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1016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5179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ABC Classe 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178040" y="151790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359 itens = 80% do valor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1965960"/>
            <a:ext cx="411480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10160">
            <a:solidFill>
              <a:srgbClr val="F39C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02082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ABC Classe B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178040" y="202082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474 itens = 15% do valor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2468880"/>
            <a:ext cx="411480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10160">
            <a:solidFill>
              <a:srgbClr val="1ABC9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52374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ABC Classe C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178040" y="25237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2.467 itens = 5% do valor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2971800"/>
            <a:ext cx="411480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1016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02666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Materiais parados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178040" y="302666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~8% sem movimentacao &gt;1 ano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3474720"/>
            <a:ext cx="411480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10160">
            <a:solidFill>
              <a:srgbClr val="E74C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52958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 de preco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178040" y="352958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Anomalias detectadas (Z&gt;3)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3977640"/>
            <a:ext cx="411480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10160">
            <a:solidFill>
              <a:srgbClr val="2E86C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40325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Graficos gerados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178040" y="403250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graficos profissionais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MDM Analytics  ·  Checkpoint Semana 1  ·  Projeto Master Data Owner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321040" y="49103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Impacto Financeiro Consolidado — Semana 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potencial mapeada nos primeiros 7 dias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8595360" cy="0"/>
          </a:xfrm>
          <a:prstGeom prst="line">
            <a:avLst/>
          </a:prstGeom>
          <a:noFill/>
          <a:ln w="15240">
            <a:solidFill>
              <a:srgbClr val="2E86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051560"/>
            <a:ext cx="8595360" cy="822960"/>
          </a:xfrm>
          <a:prstGeom prst="roundRect">
            <a:avLst>
              <a:gd name="adj" fmla="val 13333"/>
            </a:avLst>
          </a:prstGeom>
          <a:solidFill>
            <a:srgbClr val="0A2E1A"/>
          </a:solidFill>
          <a:ln w="254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1155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TOTAL IDENTIFICADA: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R$ 20.706.624 / ano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1115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Payback: menos de 2 meses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057400"/>
            <a:ext cx="342900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0756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do Problema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49040" y="2057400"/>
            <a:ext cx="196596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20756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Anual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60720" y="2057400"/>
            <a:ext cx="114300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20756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do Total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49440" y="2057400"/>
            <a:ext cx="1600200" cy="3200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20756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423160"/>
            <a:ext cx="3429000" cy="475488"/>
          </a:xfrm>
          <a:prstGeom prst="rect">
            <a:avLst/>
          </a:prstGeom>
          <a:solidFill>
            <a:srgbClr val="132337"/>
          </a:solidFill>
          <a:ln w="6350">
            <a:solidFill>
              <a:srgbClr val="1A2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496312"/>
            <a:ext cx="3328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Duplicatas de cadastro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49040" y="2423160"/>
            <a:ext cx="1965960" cy="475488"/>
          </a:xfrm>
          <a:prstGeom prst="rect">
            <a:avLst/>
          </a:prstGeom>
          <a:solidFill>
            <a:srgbClr val="132337"/>
          </a:solidFill>
          <a:ln w="6350">
            <a:solidFill>
              <a:srgbClr val="1A2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22192" y="249631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R$ 18.205.944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2423160"/>
            <a:ext cx="1143000" cy="475488"/>
          </a:xfrm>
          <a:prstGeom prst="rect">
            <a:avLst/>
          </a:prstGeom>
          <a:solidFill>
            <a:srgbClr val="132337"/>
          </a:solidFill>
          <a:ln w="6350">
            <a:solidFill>
              <a:srgbClr val="1A2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33872" y="2496312"/>
            <a:ext cx="1042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87,9%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49440" y="2423160"/>
            <a:ext cx="1600200" cy="475488"/>
          </a:xfrm>
          <a:prstGeom prst="rect">
            <a:avLst/>
          </a:prstGeom>
          <a:solidFill>
            <a:srgbClr val="132337"/>
          </a:solidFill>
          <a:ln w="6350">
            <a:solidFill>
              <a:srgbClr val="1A2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2592" y="2496312"/>
            <a:ext cx="1499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2971800"/>
            <a:ext cx="342900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044952"/>
            <a:ext cx="3328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Incompletude de campos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49040" y="2971800"/>
            <a:ext cx="196596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22192" y="304495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R$ 2.500.680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60720" y="2971800"/>
            <a:ext cx="114300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33872" y="3044952"/>
            <a:ext cx="1042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12,1%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49440" y="2971800"/>
            <a:ext cx="160020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A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22592" y="3044952"/>
            <a:ext cx="1499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520440"/>
            <a:ext cx="3429000" cy="475488"/>
          </a:xfrm>
          <a:prstGeom prst="rect">
            <a:avLst/>
          </a:prstGeom>
          <a:solidFill>
            <a:srgbClr val="132337"/>
          </a:solidFill>
          <a:ln w="6350">
            <a:solidFill>
              <a:srgbClr val="1A2A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593592"/>
            <a:ext cx="3328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Materiais parados (capital)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49040" y="3520440"/>
            <a:ext cx="1965960" cy="475488"/>
          </a:xfrm>
          <a:prstGeom prst="rect">
            <a:avLst/>
          </a:prstGeom>
          <a:solidFill>
            <a:srgbClr val="132337"/>
          </a:solidFill>
          <a:ln w="6350">
            <a:solidFill>
              <a:srgbClr val="1A2A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22192" y="359359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Incluido acima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60720" y="3520440"/>
            <a:ext cx="1143000" cy="475488"/>
          </a:xfrm>
          <a:prstGeom prst="rect">
            <a:avLst/>
          </a:prstGeom>
          <a:solidFill>
            <a:srgbClr val="132337"/>
          </a:solidFill>
          <a:ln w="6350">
            <a:solidFill>
              <a:srgbClr val="1A2A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33872" y="3593592"/>
            <a:ext cx="1042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49440" y="3520440"/>
            <a:ext cx="1600200" cy="475488"/>
          </a:xfrm>
          <a:prstGeom prst="rect">
            <a:avLst/>
          </a:prstGeom>
          <a:solidFill>
            <a:srgbClr val="132337"/>
          </a:solidFill>
          <a:ln w="6350">
            <a:solidFill>
              <a:srgbClr val="1A2A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22592" y="3593592"/>
            <a:ext cx="1499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4069080"/>
            <a:ext cx="342900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A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4142232"/>
            <a:ext cx="3328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 de preco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749040" y="4069080"/>
            <a:ext cx="196596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A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22192" y="414223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avaliacao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760720" y="4069080"/>
            <a:ext cx="114300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A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33872" y="4142232"/>
            <a:ext cx="1042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49440" y="4069080"/>
            <a:ext cx="160020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A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22592" y="4142232"/>
            <a:ext cx="1499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74320" y="46177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dia investido no projeto equivale a mapear em media R$ 2,9M em economia potencial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MDM Analytics  ·  Checkpoint Semana 1  ·  Projeto Master Data Owner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321040" y="49103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Entregas da Semana 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Arquivos produzidos e prontos para o portfolio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8595360" cy="0"/>
          </a:xfrm>
          <a:prstGeom prst="line">
            <a:avLst/>
          </a:prstGeom>
          <a:noFill/>
          <a:ln w="15240">
            <a:solidFill>
              <a:srgbClr val="2E86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078992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32337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78992"/>
            <a:ext cx="594360" cy="658368"/>
          </a:xfrm>
          <a:prstGeom prst="roundRect">
            <a:avLst>
              <a:gd name="adj" fmla="val 12308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170432"/>
            <a:ext cx="557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41832" y="11430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01_identificar_duplicatas.py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41832" y="14081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3 - Analise duplicatas + R$ 18M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847088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32337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847088"/>
            <a:ext cx="594360" cy="658368"/>
          </a:xfrm>
          <a:prstGeom prst="roundRect">
            <a:avLst>
              <a:gd name="adj" fmla="val 12308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1938528"/>
            <a:ext cx="557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41832" y="19110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02_completude.py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41832" y="21762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4 - Score de completude + impacto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615184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32337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615184"/>
            <a:ext cx="594360" cy="658368"/>
          </a:xfrm>
          <a:prstGeom prst="roundRect">
            <a:avLst>
              <a:gd name="adj" fmla="val 12308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2706624"/>
            <a:ext cx="557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41832" y="26791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03_analise_exploratoria.py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41832" y="29443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5 - Curva ABC, outliers, parados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38328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32337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383280"/>
            <a:ext cx="594360" cy="658368"/>
          </a:xfrm>
          <a:prstGeom prst="roundRect">
            <a:avLst>
              <a:gd name="adj" fmla="val 12308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3474720"/>
            <a:ext cx="557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.ipynb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41832" y="34472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01_analise_exploratoria.ipynb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41832" y="37124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5 - Notebook Jupyter (10 graficos)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4151376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3233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4151376"/>
            <a:ext cx="594360" cy="658368"/>
          </a:xfrm>
          <a:prstGeom prst="roundRect">
            <a:avLst>
              <a:gd name="adj" fmla="val 12308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" y="4242816"/>
            <a:ext cx="557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.xlsx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41832" y="42153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dashboard_mdm.xlsx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41832" y="4480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6 - Dashboard Excel (4 abas)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1078992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32337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1078992"/>
            <a:ext cx="594360" cy="658368"/>
          </a:xfrm>
          <a:prstGeom prst="roundRect">
            <a:avLst>
              <a:gd name="adj" fmla="val 12308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1170432"/>
            <a:ext cx="557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.png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422392" y="11430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01_duplicatas.png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22392" y="14081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3 - Dashboard visual duplicatas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1847088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32337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1847088"/>
            <a:ext cx="594360" cy="658368"/>
          </a:xfrm>
          <a:prstGeom prst="roundRect">
            <a:avLst>
              <a:gd name="adj" fmla="val 12308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1938528"/>
            <a:ext cx="557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.png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422392" y="19110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02_completude.png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22392" y="21762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4 - Dashboard visual completude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54880" y="2615184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32337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2615184"/>
            <a:ext cx="594360" cy="658368"/>
          </a:xfrm>
          <a:prstGeom prst="roundRect">
            <a:avLst>
              <a:gd name="adj" fmla="val 12308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3168" y="2706624"/>
            <a:ext cx="557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.png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422392" y="26791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curva_abc.png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22392" y="29443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5 - Grafico Pareto ABC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54880" y="338328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3233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54880" y="3383280"/>
            <a:ext cx="594360" cy="658368"/>
          </a:xfrm>
          <a:prstGeom prst="roundRect">
            <a:avLst>
              <a:gd name="adj" fmla="val 1230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73168" y="3474720"/>
            <a:ext cx="557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.csv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422392" y="34472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duplicatas.csv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422392" y="37124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3 - Lista priorizada para correcao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754880" y="4151376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3233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54880" y="4151376"/>
            <a:ext cx="594360" cy="658368"/>
          </a:xfrm>
          <a:prstGeom prst="roundRect">
            <a:avLst>
              <a:gd name="adj" fmla="val 1230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73168" y="4242816"/>
            <a:ext cx="557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.csv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422392" y="42153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completude.csv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22392" y="4480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4 - Materiais com score completude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MDM Analytics  ·  Checkpoint Semana 1  ·  Projeto Master Data Owner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321040" y="49103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Habilidades Demonstradas — Semana 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voce provou saber fazer — para o seu portfolio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8595360" cy="0"/>
          </a:xfrm>
          <a:prstGeom prst="line">
            <a:avLst/>
          </a:prstGeom>
          <a:noFill/>
          <a:ln w="15240">
            <a:solidFill>
              <a:srgbClr val="2E86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051560"/>
            <a:ext cx="2788920" cy="3822192"/>
          </a:xfrm>
          <a:prstGeom prst="roundRect">
            <a:avLst>
              <a:gd name="adj" fmla="val 3279"/>
            </a:avLst>
          </a:prstGeom>
          <a:solidFill>
            <a:srgbClr val="132337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51560"/>
            <a:ext cx="278892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078992"/>
            <a:ext cx="2642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Tecnicas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15087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Pandas (3.300 registros reais)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65760" y="21122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(8+ graficos profissionais)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65760" y="27157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Notebook (11 secoes documentadas)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65760" y="33192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openpyxl (Excel 4 abas + 3 graficos)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365760" y="39227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(Z-Score, outliers, estatisticas)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200400" y="1051560"/>
            <a:ext cx="2788920" cy="3822192"/>
          </a:xfrm>
          <a:prstGeom prst="roundRect">
            <a:avLst>
              <a:gd name="adj" fmla="val 3279"/>
            </a:avLst>
          </a:prstGeom>
          <a:solidFill>
            <a:srgbClr val="132337"/>
          </a:solidFill>
          <a:ln w="19050">
            <a:solidFill>
              <a:srgbClr val="1ABC9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051560"/>
            <a:ext cx="2788920" cy="3474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1078992"/>
            <a:ext cx="2642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15087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Identificacao de duplicatas (2 metodos)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3291840" y="21122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de completude ponderado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3291840" y="27157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 de outliers (Z-Score)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3291840" y="33192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ABC (classificacao Pareto)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3291840" y="39227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Materiais parados (analise temporal)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126480" y="1051560"/>
            <a:ext cx="2788920" cy="3822192"/>
          </a:xfrm>
          <a:prstGeom prst="roundRect">
            <a:avLst>
              <a:gd name="adj" fmla="val 3279"/>
            </a:avLst>
          </a:prstGeom>
          <a:solidFill>
            <a:srgbClr val="132337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1051560"/>
            <a:ext cx="278892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1078992"/>
            <a:ext cx="2642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Negocio &amp; MDM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15087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Calculo de ROI (R$ 18,2M/ano)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6217920" y="21122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acao 7/30/90 dias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6217920" y="27157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com impacto financeiro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6217920" y="33192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Priorizacao por valor (Classe A)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6217920" y="39227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Governanca: sugestoes anti-duplicata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103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MDM Analytics  ·  Checkpoint Semana 1  ·  Projeto Master Data Owner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321040" y="49103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Semana 2 — O que vem a seguir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6583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8 a 14 - Aprofundamento e novas analises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8595360" cy="0"/>
          </a:xfrm>
          <a:prstGeom prst="line">
            <a:avLst/>
          </a:prstGeom>
          <a:noFill/>
          <a:ln w="15240">
            <a:solidFill>
              <a:srgbClr val="2E86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097280"/>
            <a:ext cx="685800" cy="420624"/>
          </a:xfrm>
          <a:prstGeom prst="roundRect">
            <a:avLst>
              <a:gd name="adj" fmla="val 17391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13385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 8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51560" y="1097280"/>
            <a:ext cx="781812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11521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 SQL  · 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0" y="116128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avancadas sobre os dados — JOINs, CTEs, Window Functions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636776"/>
            <a:ext cx="685800" cy="420624"/>
          </a:xfrm>
          <a:prstGeom prst="roundRect">
            <a:avLst>
              <a:gd name="adj" fmla="val 17391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67335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 9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51560" y="1636776"/>
            <a:ext cx="781812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169164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Padronizacao  ·  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0" y="1700784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inconsistencias de texto (caixa, abreviacao, caracteres especiais)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176272"/>
            <a:ext cx="685800" cy="420624"/>
          </a:xfrm>
          <a:prstGeom prst="roundRect">
            <a:avLst>
              <a:gd name="adj" fmla="val 17391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21284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10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51560" y="2176272"/>
            <a:ext cx="781812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6350">
            <a:solidFill>
              <a:srgbClr val="1ABC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223113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Fornecedores  · 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26080" y="224028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 TB_FORNECEDORES: CNPJs, lead time, cadastros inativos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715768"/>
            <a:ext cx="685800" cy="420624"/>
          </a:xfrm>
          <a:prstGeom prst="roundRect">
            <a:avLst>
              <a:gd name="adj" fmla="val 17391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75234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11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51560" y="2715768"/>
            <a:ext cx="781812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6350">
            <a:solidFill>
              <a:srgbClr val="8E44A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27706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Movimentacoes  ·  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26080" y="2779776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Entradas/saidas, sazonalidade, itens parados por periodo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255264"/>
            <a:ext cx="685800" cy="420624"/>
          </a:xfrm>
          <a:prstGeom prst="roundRect">
            <a:avLst>
              <a:gd name="adj" fmla="val 17391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29184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12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51560" y="3255264"/>
            <a:ext cx="781812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43000" y="33101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Acuracidade  ·  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926080" y="3319272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sistema x fisico - calcular divergencias e impacto financeiro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794760"/>
            <a:ext cx="685800" cy="420624"/>
          </a:xfrm>
          <a:prstGeom prst="roundRect">
            <a:avLst>
              <a:gd name="adj" fmla="val 17391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83133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13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51560" y="3794760"/>
            <a:ext cx="781812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3000" y="38496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(inicio)  ·  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926080" y="385876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Importar dados e criar primeira pagina do dashboard Power BI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4334256"/>
            <a:ext cx="685800" cy="420624"/>
          </a:xfrm>
          <a:prstGeom prst="roundRect">
            <a:avLst>
              <a:gd name="adj" fmla="val 17391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37083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14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51560" y="4334256"/>
            <a:ext cx="7818120" cy="420624"/>
          </a:xfrm>
          <a:prstGeom prst="roundRect">
            <a:avLst>
              <a:gd name="adj" fmla="val 13043"/>
            </a:avLst>
          </a:prstGeom>
          <a:solidFill>
            <a:srgbClr val="132337"/>
          </a:solidFill>
          <a:ln w="6350">
            <a:solidFill>
              <a:srgbClr val="1ABC9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43000" y="43891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Sem. 2  ·  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926080" y="4398264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Revisao semana 2 + ajustes + planejamento semana 3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74320" y="45720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PROGRESSO GERAL DO PROJETO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4736592"/>
            <a:ext cx="8595360" cy="109728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4736592"/>
            <a:ext cx="1229136" cy="1097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0" y="45720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14,3% — 7 de 49 dias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MDM Analytics – Checkpoint Semana 1</dc:title>
  <dc:subject>PptxGenJS Presentation</dc:subject>
  <dc:creator>Projeto MDM Supply Chain</dc:creator>
  <cp:lastModifiedBy>Projeto MDM Supply Chain</cp:lastModifiedBy>
  <cp:revision>1</cp:revision>
  <dcterms:created xsi:type="dcterms:W3CDTF">2026-02-25T23:31:25Z</dcterms:created>
  <dcterms:modified xsi:type="dcterms:W3CDTF">2026-02-25T23:31:25Z</dcterms:modified>
</cp:coreProperties>
</file>